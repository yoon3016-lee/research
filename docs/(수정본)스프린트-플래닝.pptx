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외주용역 · 스프린트 플래닝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개요 · 역할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11521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KSIC·리서치 구조화 → RAG 매핑 · 내부 검증용 기본 플랫폼 구축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28800"/>
            <a:ext cx="73152" cy="2468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이태우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463040" cy="320040"/>
          </a:xfrm>
          <a:prstGeom prst="roundRect">
            <a:avLst>
              <a:gd name="adj" fmla="val 42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957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프로젝트 진행 검토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개발 방향 조정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54680" y="1828800"/>
            <a:ext cx="5852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828800"/>
            <a:ext cx="73152" cy="2468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383280" y="2377440"/>
            <a:ext cx="1463040" cy="320040"/>
          </a:xfrm>
          <a:prstGeom prst="roundRect">
            <a:avLst>
              <a:gd name="adj" fmla="val 4285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3957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개발총괄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880360"/>
            <a:ext cx="5440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요구사항 분석 · 범위 관리 · Sprint·일정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시스템 설계 · Front-end / Back-end 개발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DB · 배포 환경 구축 · 테스트·검수 대응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89720" y="182880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828800"/>
            <a:ext cx="73152" cy="2468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성용준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418320" y="2377440"/>
            <a:ext cx="1463040" cy="320040"/>
          </a:xfrm>
          <a:prstGeom prst="roundRect">
            <a:avLst>
              <a:gd name="adj" fmla="val 4285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239572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검수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418320" y="28803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시스템 기능 검수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오류 테스트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4480560"/>
            <a:ext cx="11521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480560"/>
            <a:ext cx="73152" cy="19202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단계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2920" y="50292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12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착수·설계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" y="5623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7.27~7.30 · 요구·검수 확정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97680" y="50292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5212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개발·구현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80560" y="5623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7.31~8.10 · RAG·API·웹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92440" y="5029200"/>
            <a:ext cx="352044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5320" y="5212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시험·검수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75320" y="5623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8.11~8.13 · 테스트·인수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2026.7.27 ~ 8.13  ·  발주자 프라임에이엑스 · PM 이태우 · 개발총괄 이상윤 · 기능 검수 성용준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외주용역 · 스프린트 플래닝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스프린트 타임라인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194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219456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착수·설계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7.27~7.30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1188720"/>
            <a:ext cx="2194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188720"/>
            <a:ext cx="219456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8892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7.31~8.3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83480" y="1188720"/>
            <a:ext cx="2194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1188720"/>
            <a:ext cx="219456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KB·RAG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8.4~8.7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0" y="1188720"/>
            <a:ext cx="2194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1188720"/>
            <a:ext cx="219456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5236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5236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8.8~8.10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46920" y="1188720"/>
            <a:ext cx="2194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46920" y="1188720"/>
            <a:ext cx="2194560" cy="411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8408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78408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8.11~8.13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" y="2834640"/>
            <a:ext cx="11521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834640"/>
            <a:ext cx="73152" cy="3520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마일스톤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88720" y="358444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7.30  요구·검수 기준 확정  ·  이상윤(주) · 이태우 검토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40080" y="4206240"/>
            <a:ext cx="365760" cy="3657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251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88720" y="42245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8.3  KSIC·모듈 적재 완료  ·  이상윤(주) · 성용준 검증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0080" y="484632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892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88720" y="486460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8.7  RAG 매핑 핵심 동작  ·  이상윤(주) · 이태우 방향 검토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40080" y="5486400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532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88720" y="550468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8.10  기본 플랫폼 E2E  ·  이상윤(주) · 성용준 기능 검수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8.13  테스트·최종 검수  ·  이상윤 보정 · 성용준 검수 · 이태우 진행 확인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외주용역 · 스프린트 플래닝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Sprint 1 ~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73152" cy="416052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S1. 착수·설계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7.27 ~ 7.30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957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2585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5328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요구분석 · 범위 · 설계 · 수행계획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644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27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이태우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4015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검토 · 개발 방향 조정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330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9959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성용준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4270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기준 · 테스트 시나리오 초안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54406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623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(S1)  ·  범위·검수 기준 합의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114300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143000"/>
            <a:ext cx="73152" cy="4160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S2. 데이터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46520" y="1691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7.31 ~ 8.3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21488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233172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23957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0" y="22585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이상윤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32320" y="25328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KSIC 구조화 · 모듈 · DB 구축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0" y="30175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320040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2644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32320" y="3127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이태우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132320" y="34015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범위·우선순위 검토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0" y="38862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4069080"/>
            <a:ext cx="411480" cy="4114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1330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32320" y="39959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성용준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132320" y="4270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 결과 · 조회 기능 검증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17920" y="54406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5623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(S2)  ·  KSIC·모듈 적재·조회 가능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산출: 요구사항 · 검수표 · KSIC 데이터 · 리서치 모듈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외주용역 · 스프린트 플래닝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Sprint 3 ~ 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73152" cy="4160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S3. KB · RAG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8.4 ~ 8.7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957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2585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5328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 · RAG · 후보/근거/보완질문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644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27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이태우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4015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 품질·응답 방향 검토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330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9959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성용준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4270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시험 · 오류 유형 기록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54406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623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(S3)  ·  후보·근거·보완질문 출력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1143000"/>
            <a:ext cx="56692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143000"/>
            <a:ext cx="73152" cy="4160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S4. 플랫폼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46520" y="1691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8.8 ~ 8.10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21488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2331720"/>
            <a:ext cx="411480" cy="4114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23957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132320" y="22585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이상윤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32320" y="25328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웹·API · 연동 · 배포 환경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0" y="30175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3200400"/>
            <a:ext cx="411480" cy="4114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2644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32320" y="3127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이태우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132320" y="34015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범위·화면 흐름 검토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0" y="38862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4069080"/>
            <a:ext cx="411480" cy="4114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1330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32320" y="39959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성용준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132320" y="4270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기능 검수 · 오류 테스트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17920" y="544068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5623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(S4)  ·  핵심 플로우 시연 가능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산출: RAG 엔진 · API · 기본 웹 · 시연 스크립트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외주용역 · 스프린트 플래닝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640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Sprint 5 · 검수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6692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73152" cy="3931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S5. 시험·검수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8.11 ~ 8.13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9572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2585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성용준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5328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검수 · 오류 테스트 총괄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644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27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4015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보정 · 재시험 · 완료보고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8862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1330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9959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이태우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4270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진행·인수 방향 확인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1143000"/>
            <a:ext cx="56692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143000"/>
            <a:ext cx="73152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 체크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92240" y="19659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입력 · 검색 · 추천결과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보완질문 · 시험 실행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KSIC 후보 · 설계 방향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테스트 20건 이상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3개월 무상 하자보수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0040" y="5257800"/>
            <a:ext cx="115214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5257800"/>
            <a:ext cx="73152" cy="10972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394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· 보안 · 이슈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02920" y="5806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기능확인 → RAG점검 → 보정  ·  권한·마스킹  ·  발주자 협의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개발총괄 이상윤 · 기능 검수 성용준 · PM 이태우  ·  발주자 보고용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스프린트 플래닝</dc:title>
  <dc:subject>PptxGenJS Presentation</dc:subject>
  <dc:creator>Research Hub</dc:creator>
  <cp:lastModifiedBy>Research Hub</cp:lastModifiedBy>
  <cp:revision>1</cp:revision>
  <dcterms:created xsi:type="dcterms:W3CDTF">2026-08-14T04:29:17Z</dcterms:created>
  <dcterms:modified xsi:type="dcterms:W3CDTF">2026-08-14T04:29:17Z</dcterms:modified>
</cp:coreProperties>
</file>