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중간 회의록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회의록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1.  ·  KSIC 코드 신뢰성 · 외부 데이터 검증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참석: 발주자(프라임에이엑스) · PM 이태우 · 개발총괄 이상윤 · 기능 검수 성용준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73152" cy="1325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발주자 요구사항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KSIC가 정적 DB에만 적재되어 있어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분류·명칭과의 일치 여부를 확인하기 어렵다.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공신력 있는 기준으로 검증할 수 있어야 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4612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8328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진행방향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개발총괄: K-SURE 공개 KSIC를 가져와 내부 적재본과 대조·보정.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PM: 검증 주기·우선 범위 등 진행 방향을 조정한다.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검수: 불일치 목록·보정 결과의 오류 여부를 확인한다.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709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4632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64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결과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KSIC 가져오기 → 대조 → 불일치 보정 흐름으로 확정.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로그·대조 결과를 검수 자료에 포함한다.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DB는 운영 캐시로 유지하되, 신뢰 근거는 외부 검증에 둔다.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프라임에이엑스 × PM 이태우 · 개발총괄 이상윤 · 기능 검수 성용준  ·  수행계획서 첨부용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중간 회의록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회의록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5.  ·  AXI 챗봇 · 설문 KSIC 인식·전문 응답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참석: 발주자(프라임에이엑스) · PM 이태우 · 개발총괄 이상윤 · 기능 검수 성용준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73152" cy="1325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발주자 요구사항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챗봇이 설문 맥락의 KSIC를 인식하지 못하면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일반론 답변에 그쳐 조사·설계 도움의 전문성이 부족하다.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응답에 해당 업종·조사 맥락이 반영되어야 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4612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8328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진행방향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개발총괄: 설문 KSIC·문항 맥락을 AXI 컨텍스트·프롬프트에 연동.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PM: 홈 문의와 설문 중 도움의 응답 톤·범위를 조정한다.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검수: KSIC 반영 답변·업종 용어 사용을 시험한다.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709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4632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64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결과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진행 중 AXI는 KSIC·설문 맥락을 반영해 답변한다.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근거·보완 안내는 해당 업종 용어를 우선 사용한다.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스프린트에서 설문 연동·프롬프트 보정을 반영한다.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프라임에이엑스 × PM 이태우 · 개발총괄 이상윤 · 기능 검수 성용준  ·  수행계획서 첨부용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중간 회의록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회의록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8.  ·  응답 분석 Excel 형식 변경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참석: 발주자(프라임에이엑스) · PM 이태우 · 개발총괄 이상윤 · 기능 검수 성용준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73152" cy="1325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발주자 요구사항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내보내기 시트가 실무 정리·보고에 맞지 않는다.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발주자 제공 양식(안내·문항정의·응답_코드·정리·요약)으로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구성·병합·선택 번호 표기를 맞춰 달라.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4612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8328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진행방향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개발총괄: 요청 양식 기준 시트·열·번호 표기 로직을 반영.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PM: 실무 보고 관점에서 시트 구성·우선순위를 검토한다.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검수: 내보내기 샘플로 형식·누락·오류를 확인한다.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709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4632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64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결과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양식 기준으로 내보내기 로직을 전면 반영한다.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중도중단 초안은 제외하고 완료 응답만 포함한다.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표본·이메일 완료분은 UID/응답N 식별자를 유지한다.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프라임에이엑스 × PM 이태우 · 개발총괄 이상윤 · 기능 검수 성용준  ·  수행계획서 첨부용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중간 회의록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 회의록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11.  ·  UID 표본 · CATI 전화조사 진행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참석: 발주자(프라임에이엑스) · PM 이태우 · 개발총괄 이상윤 · 기능 검수 성용준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83080"/>
            <a:ext cx="73152" cy="1325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024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발주자 요구사항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CATI로 전화조사를 진행할 수 있어야 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표본에 UID를 적용해 대상자를 특정하고,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통화·컨택 결과와 설문 응답을 연결해 기록해야 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4612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8328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진행방향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개발총괄: UID 적용·설문·컨택 기록·이어하기 흐름을 구현.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PM: 직원 조사 절차·권한 범위 등 운영 방향을 조정한다.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검수: UID 적용부터 응답 저장까지 오류 테스트를 수행.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709160"/>
            <a:ext cx="11521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709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46320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64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결과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로그인·권한 하에서만 CATI 표본 조사를 허용한다.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UID 적용 → 조사 → 결과 기록 → 다음 표본 순으로 확정.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표본(sample)과 연결되어 분석·내보내기에 포함된다.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프라임에이엑스 × PM 이태우 · 개발총괄 이상윤 · 기능 검수 성용준  ·  수행계획서 첨부용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회의록</dc:title>
  <dc:subject>PptxGenJS Presentation</dc:subject>
  <dc:creator>Research Hub</dc:creator>
  <cp:lastModifiedBy>Research Hub</cp:lastModifiedBy>
  <cp:revision>1</cp:revision>
  <dcterms:created xsi:type="dcterms:W3CDTF">2026-08-14T04:29:17Z</dcterms:created>
  <dcterms:modified xsi:type="dcterms:W3CDTF">2026-08-14T04:29:17Z</dcterms:modified>
</cp:coreProperties>
</file>